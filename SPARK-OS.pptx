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Fraunces ExtraBold"/>
      <p:regular r:id="rId201314"/>
    </p:embeddedFont>
    <p:embeddedFont>
      <p:font typeface="Nobile"/>
      <p:regular r:id="rId201315"/>
    </p:embeddedFont>
    <p:embeddedFont>
      <p:font typeface="Nobile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54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SPARK OS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27168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Educational Mini Operating System — Review 3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6243"/>
            <a:ext cx="6903269" cy="171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Team: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Tech Titans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Team Members: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056162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Ananya       (2510030251)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Uday Kiran (2510030081)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Sai Charan  (2510030205)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Harsha         (2510030061)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20630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31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Project Overview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97286"/>
            <a:ext cx="6336745" cy="3402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• Spark OS is an educational mini operating system that connects OS theory with practical implementation.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• Core concepts are implemented as independent modules for clarity and extensibility.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• Development and testing are performed in an Ubuntu environment.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• QEMU provides a controlled, reproducible environment for execution and demonstration.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• Interaction and observation are via a simple VGA text-mode shell and a small set of commands.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65727" y="2097286"/>
            <a:ext cx="4070744" cy="353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OS Theory 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↓ 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Implementation 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↓ 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QEMU 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↓ 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Observation 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↓ </a:t>
            </a:r>
            <a:endParaRPr lang="en-US" sz="11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Learning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588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Existing Gap and Proposed Approach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1901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Existing Gap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603302"/>
            <a:ext cx="5203794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OS concepts are frequently taught as isolated theory.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PCB and process states are difficult for students to visualise.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Scheduling often remains paper-based or simulated without integration.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Students rarely see these concepts inside a booting OS image.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11901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Spark OS Approach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2603302"/>
            <a:ext cx="5203794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concepts as working, independent modules in C/assembly.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Expose functionality via an in-OS shell (help/about/ps/states/schedule).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 and test inside QEMU using a GRUB-bootable ISO for reproducibility.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Observe internal structures (PCB, process table, scheduler state) directly.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Novelty of Developed Methodology 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8848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novelty is not the Round Robin algorithm itself; rather it is the educational methodology that makes internal OS concepts concrete and observable for learners.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05943"/>
            <a:ext cx="5339820" cy="14423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520355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Concept-to-Implementation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2929037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Translate textbook concepts into small, testable modules.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305943"/>
            <a:ext cx="5339919" cy="1442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06305" y="2520355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Module Design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506305" y="2929037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Separate PCB, process table, scheduler and shell for clarity.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37298"/>
            <a:ext cx="5339820" cy="1442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7479" y="415170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In-VM Demonstration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77479" y="4560391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QEMU + shell commands to reveal runtime state.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3937298"/>
            <a:ext cx="5339919" cy="14423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06305" y="415170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Immediate Feedback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506305" y="4560391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Shell commands provide reproducible evidence for learning and assessment.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7866"/>
            <a:ext cx="520379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Pipeline: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47527"/>
            <a:ext cx="5203794" cy="436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OS CONCEPT 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↓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MODULE DESIGN 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↓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 IMPLEMENTATION 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↓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QEMU EXECUTION 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↓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SHELL-BASED DEMONSTRATION </a:t>
            </a:r>
            <a:endParaRPr lang="en-US" sz="11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↓</a:t>
            </a:r>
            <a:endParaRPr lang="en-US" sz="11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RESULT EVALUATION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891480"/>
            <a:ext cx="5203794" cy="33458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11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Spark OS — System Architecture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978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Clean, modular architecture emphasising separation between user interface and core OS modules.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233" y="2104827"/>
            <a:ext cx="6731129" cy="3616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78146" y="2496856"/>
            <a:ext cx="1523257" cy="190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Boot Sequence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890135" y="2741430"/>
            <a:ext cx="1611267" cy="304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Bootloader → Kernel → Shell initialization.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690087" y="3011391"/>
            <a:ext cx="1523257" cy="190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 Interaction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690087" y="3255965"/>
            <a:ext cx="1611268" cy="304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issues commands to the Shell.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890135" y="3539467"/>
            <a:ext cx="1611267" cy="380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Process Management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890135" y="3974452"/>
            <a:ext cx="1611267" cy="304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Shell → Process Manager updates PCB table.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690087" y="4128474"/>
            <a:ext cx="1523257" cy="190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Scheduling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90087" y="4373048"/>
            <a:ext cx="1611268" cy="304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Round-robin Scheduler selects next PCB.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978146" y="4683631"/>
            <a:ext cx="1523257" cy="190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890135" y="4928204"/>
            <a:ext cx="1611267" cy="304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Scheduler dispatches to QEMU/CPU for run.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61475" y="593437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Boot sequence: Bootloader (GRUB) → Kernel → Shell → OS Modules (Process Manager, Scheduler, PCB).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02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Process Management Implementation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74428"/>
            <a:ext cx="637980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PCB Fields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186384"/>
            <a:ext cx="5770220" cy="1165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PID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unique process identifier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Process Name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short descriptor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Process State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NEW / READY / RUNNING / WAITING / TERMINATED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Priority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scheduling hint (integer)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3522266"/>
            <a:ext cx="637980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Process Table (initial test data)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976787"/>
          <a:ext cx="9143771" cy="914400"/>
        </p:xfrm>
        <a:graphic>
          <a:graphicData uri="http://schemas.openxmlformats.org/drawingml/2006/table">
            <a:tbl>
              <a:tblPr/>
              <a:tblGrid>
                <a:gridCol w="1357733"/>
                <a:gridCol w="2036311"/>
                <a:gridCol w="1357733"/>
                <a:gridCol w="1018444"/>
              </a:tblGrid>
              <a:tr h="481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PID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Name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State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Priority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1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1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Process1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READY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1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1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2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Process2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READY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1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1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3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Process3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READY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1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99202" y="1774428"/>
            <a:ext cx="4637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ps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command: output showing PID, Name, 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State, Priority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9202" y="2591891"/>
            <a:ext cx="4637269" cy="30043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664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Process State Model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49773"/>
            <a:ext cx="6336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State Transition Diagram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634059"/>
            <a:ext cx="6336745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NEW → READY → RUNNING → (WAITING → READY) → TERMINATED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Brief definitions: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579019"/>
            <a:ext cx="6336745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NEW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process created but not admitted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READY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waiting for CPU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RUNNING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currently executing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WAITING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blocked for I/O or event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TERMINATED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execution finished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65727" y="2130822"/>
            <a:ext cx="407074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states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command: output — 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Process State Model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5727" y="2948285"/>
            <a:ext cx="4070744" cy="26104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423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Round Robin Scheduling Implementation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93504"/>
            <a:ext cx="5203794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Initial processes: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P1 (5), P2 (3), P3 (4)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Behaviour: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each READY process is given up to the time quantum; remaining burst returns to the ready queue. This is a scheduling simulation implemented in software — see Technical Honesty note.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Execution Sequence: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P1 → P2 → P3 → P1 → P2 → P3 → P1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1920974"/>
            <a:ext cx="4945931" cy="34176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61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Methodology Evaluation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6242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Evaluation Table (summary)</a:t>
            </a:r>
            <a:endParaRPr lang="en-US" sz="1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341166"/>
          <a:ext cx="9143771" cy="914400"/>
        </p:xfrm>
        <a:graphic>
          <a:graphicData uri="http://schemas.openxmlformats.org/drawingml/2006/table">
            <a:tbl>
              <a:tblPr/>
              <a:tblGrid>
                <a:gridCol w="3587773"/>
                <a:gridCol w="7280973"/>
              </a:tblGrid>
              <a:tr h="4845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u="sng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Criterion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u="sng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Result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4877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Correctness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Expected process information and scheduling sequence displayed by shell commands.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4877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Modularity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Process manager and scheduler implemented as separate modules; clear interfaces.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4877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Testability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Features testable via shell commands (ps, states, schedule).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4877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Demonstrability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OS concepts visible through QEMU output and shell evidence.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4877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Understandability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Tables, simple commands and documented outputs support comprehension.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4845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Reproducibility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Build instructions (Ubuntu, GCC, NASM, GNU LD, GRUB, QEMU) allow rebuild.</a:t>
                      </a:r>
                      <a:endParaRPr lang="en-US" sz="11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38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Adaptability &amp; Accessibility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5256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Adaptability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767608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Modules can be replaced: scheduler → FCFS, priority scheduling, varied quantum.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Supports adding more processes and configurable quantum without redesign.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Future additions (timer interrupts, real context switching) planned as module extensions.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01964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Dissemination &amp; Accessibility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534694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Uses common open-source tools (Ubuntu, GCC, NASM, GRUB, QEMU).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specialised hardware required — reproducible in standard lab machines.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Source code modular structure eases onboarding for students.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1336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THANK YOU!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2026-09-15T15:06:04Z</dcterms:created>
  <dcterms:modified xsi:type="dcterms:W3CDTF">2026-09-15T15:06:04Z</dcterms:modified>
</cp:coreProperties>
</file>